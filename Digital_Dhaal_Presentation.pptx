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D948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38328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F2C87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ঢাল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83664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ডিজিটাল ঢাল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danger, in Bangla —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answered by people who care.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41248" y="41605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Bangla-first cyber incident response service — an AI-assisted intake chat backed by a human engineer workflow.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5212080"/>
            <a:ext cx="10515600" cy="0"/>
          </a:xfrm>
          <a:prstGeom prst="line">
            <a:avLst/>
          </a:prstGeom>
          <a:noFill/>
          <a:ln w="12700">
            <a:solidFill>
              <a:srgbClr val="2E4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327 · Software Engineering</a:t>
            </a:r>
            <a:pPr indent="0" marL="0">
              <a:buNone/>
            </a:pPr>
            <a:r>
              <a:rPr lang="en-US" sz="1350" dirty="0">
                <a:solidFill>
                  <a:srgbClr val="8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Team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Sajid · Mow · Nayem · Ananna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4892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in Bangladesh, people lose Facebook and Gmail accounts to hackers, are blackmailed with private photos, or find fake profiles scamming friends in their name. Victims — disproportionately women and young people — face three barriers at once.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4754880"/>
            <a:ext cx="4892040" cy="1280160"/>
          </a:xfrm>
          <a:prstGeom prst="roundRect">
            <a:avLst>
              <a:gd name="adj" fmla="val 7143"/>
            </a:avLst>
          </a:prstGeom>
          <a:solidFill>
            <a:srgbClr val="E8F4F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892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answers all three: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confidential, in their own language, and it never asks for credentials.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5544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81051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8F4F1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8105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31520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0" y="212140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in intimate-image cases, victims are too afraid to tell anyone.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306324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31927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8F4F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31927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0" y="363016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recovery guidance online is written only in English.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89320" y="457200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48280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E8F4F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82803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315200" y="4754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0" y="5138928"/>
            <a:ext cx="4069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“recovery agents” exploit victims again — demanding passwords and advance payment.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service, three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 handles exactly three incident types — focus keeps the intake sharp and the engineer workflow specialised.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3584448" cy="37490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01600" dist="38100" dir="5400000">
              <a:srgbClr val="9DB0AB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4688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E8F4F1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4688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57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24128" y="370332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24128" y="4389120"/>
            <a:ext cx="28529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Gmail, Instagram or Snapchat hacked or locked out — including a hacker messaging friends for bKash money.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26864" y="2057400"/>
            <a:ext cx="3584448" cy="37490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01600" dist="38100" dir="5400000">
              <a:srgbClr val="9DB0AB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92624" y="24688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EDE7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92624" y="24688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6C4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992624" y="370332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 image / deepfake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92624" y="4389120"/>
            <a:ext cx="28529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 fake private content published or used for blackmail — content never leaves the victim’s device.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595360" y="2057400"/>
            <a:ext cx="3584448" cy="37490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01600" dist="38100" dir="5400000">
              <a:srgbClr val="9DB0AB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0" y="24688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FBEED7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24688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B46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961120" y="3703320"/>
            <a:ext cx="28529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61120" y="4389120"/>
            <a:ext cx="28529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 pretending to be the victim, running scams or defamation in their name.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6517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575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in chat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4251960"/>
            <a:ext cx="2066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victim describes what happened in Bangla, Banglish or English.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55264" y="3291840"/>
            <a:ext cx="329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02736" y="228600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26517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575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31336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is built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77056" y="4251960"/>
            <a:ext cx="2066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classifies the pillar and assembles a confidential case card.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3291840"/>
            <a:ext cx="329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47104" y="228600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43216" y="26517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575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43216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75704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check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21424" y="4251960"/>
            <a:ext cx="2066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video call verifies the victim — blocking fake reports.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3291840"/>
            <a:ext cx="329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491472" y="2286000"/>
            <a:ext cx="2615184" cy="320040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651760"/>
            <a:ext cx="822960" cy="82296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5400000">
              <a:srgbClr val="0B575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87584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720072" y="365760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resolves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765792" y="4251960"/>
            <a:ext cx="20665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human expert works the case to resolution.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resolution, the victim rates the service and may leave an optional bKash treat — a small, dignified sustainability loop.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7168896" cy="4528566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01-landing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7040880" cy="4400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828800"/>
            <a:ext cx="3520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by default.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 বাংলা / English toggle across every page.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stated up front.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“We never ask for passwords, OTP or photos.”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not clinical.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Soft palette and vector icons for anxious users.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rights.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Cyber-law guidance and government helplines.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Bangla-first intake 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7168896" cy="4528566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06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7040880" cy="4400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828800"/>
            <a:ext cx="3520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per turn.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Reassure first, then ask — never a wall of fields.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user.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Replies in Bangla, Banglish or English to match.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history sidebar.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Revisit past cases or start a new problem.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tracker.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timestamped status timeline, courier-style.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phone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19072"/>
            <a:ext cx="6071616" cy="3842766"/>
          </a:xfrm>
          <a:prstGeom prst="roundRect">
            <a:avLst>
              <a:gd name="adj" fmla="val 166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04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5943600" cy="3714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85632" y="3730752"/>
            <a:ext cx="3145536" cy="2013966"/>
          </a:xfrm>
          <a:prstGeom prst="roundRect">
            <a:avLst>
              <a:gd name="adj" fmla="val 3178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7" name="Image 1" descr="shots/05-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794760"/>
            <a:ext cx="3017520" cy="1885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5806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step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903720" y="18288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one-tap Google.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 OAuth 2.0 — no separate password.</a:t>
            </a:r>
            <a:endParaRPr lang="en-US" sz="14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verification.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“verified” badge deters fake reports.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27632"/>
            <a:ext cx="7168896" cy="4528566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08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1640"/>
            <a:ext cx="7040880" cy="4400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92440" y="1828800"/>
            <a:ext cx="35204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Severity-sorted queue.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Critical cases surface first, always.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stats.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Open, critical, resolved, average rating.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at a glance.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Identity and phone-verified badge per case.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file.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Bilingual card, transcript and event timeline.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— support &amp; feedback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73352"/>
            <a:ext cx="6894576" cy="4357116"/>
          </a:xfrm>
          <a:prstGeom prst="roundRect">
            <a:avLst>
              <a:gd name="adj" fmla="val 1469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07-support-bk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37360"/>
            <a:ext cx="6766560" cy="4229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help, always.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rating and review is a first-class option.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treat.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Coffee 100৳ or latte 200৳ — never required.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bKash.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 by Send Money, claim with the TrxID.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verifies.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40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TrxID checked against the bKash statement.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BEHAVIOURAL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536192"/>
            <a:ext cx="4242816" cy="4659734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diagram-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114800" cy="45317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20116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boundary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669280" y="2606040"/>
            <a:ext cx="58521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(teal).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Sign-in, phone verify, report, track, review, treat.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(purple).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Queue, case details, identity check, workflow.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(amber).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log, feedback, bKash verification.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«include» for OTP and case-card; «extend» for Google login and the bKash treat.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Google sign-in, the AI intake model and bKash.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STRUCTURAL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536192"/>
            <a:ext cx="4974336" cy="4765643"/>
          </a:xfrm>
          <a:prstGeom prst="roundRect">
            <a:avLst>
              <a:gd name="adj" fmla="val 1343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diagram-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4846320" cy="46376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97880" y="2011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Inheritance, composition, dependency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897880" y="260604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Person.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RegisteredUser, Engineer and Admin inherit login/logout.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Private (–) and protected (#) fields with typed methods.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Case owns its CaseCard and CaseEvents (filled diamond).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Case ··&gt; the external AI model for intake.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BEHAVIOURAL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the four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472184"/>
            <a:ext cx="3785616" cy="4746198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  <a:effectLst>
            <a:outerShdw sx="100000" sy="100000" kx="0" ky="0" algn="bl" rotWithShape="0" blurRad="127000" dist="50800" dir="5400000">
              <a:srgbClr val="9DB0AB">
                <a:alpha val="40000"/>
              </a:srgbClr>
            </a:outerShdw>
          </a:effectLst>
        </p:spPr>
      </p:sp>
      <p:pic>
        <p:nvPicPr>
          <p:cNvPr id="5" name="Image 0" descr="shots/diagram-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3657600" cy="46181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verified treat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120640" y="26517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onboarding.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or Google sign-in, then phone OTP.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intake chat.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One-question loop; the model returns strict JSON; only the reply reaches the browser.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resolution.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Engineer reviews, video-verifies, advances the workflow.</a:t>
            </a:r>
            <a:endParaRPr lang="en-US" sz="13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feedback &amp; treat.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3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Rating, review and optional bKash TrxID; admin verifies.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secure, built to defend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tested, not claimed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2000"/>
              </a:lnSpc>
              <a:spcAft>
                <a:spcPts val="1300"/>
              </a:spcAft>
              <a:buSzPct val="100000"/>
              <a:buChar char="•"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scrypt hashing, constant-time compare, no enumeration.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Hashed tokens, httpOnly + SameSite cookies.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Hashed, 5-min expiry, attempt lockout, rate-limited.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Anti-CSRF.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Same-origin checks on every mutating route.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Login, chat, feedback and OTP all throttled.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Case ownership enforced; internal fields never leak.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Headers.</a:t>
            </a:r>
            <a:pPr indent="0" marL="0">
              <a:lnSpc>
                <a:spcPct val="102000"/>
              </a:lnSpc>
              <a:spcAft>
                <a:spcPts val="1300"/>
              </a:spcAft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nosniff, frame-deny, CSP + HSTS in production.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3591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01000" y="23591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+ React 19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65392" y="289407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289407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 + custom design system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65392" y="3429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01000" y="3429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2.5-flash · swappable in one 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65392" y="396392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01000" y="39639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Node’s built-in node:sqlite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44988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44988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· sessions · Google OAuth · phone OTP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65392" y="50337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01000" y="503377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bn/en dictionary, no library weight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65392" y="556869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01000" y="55686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 — no app store needed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55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ঢাল</a:t>
            </a:r>
            <a:endParaRPr lang="en-US" sz="2340" dirty="0"/>
          </a:p>
        </p:txBody>
      </p:sp>
      <p:sp>
        <p:nvSpPr>
          <p:cNvPr id="5" name="Text 3"/>
          <p:cNvSpPr/>
          <p:nvPr/>
        </p:nvSpPr>
        <p:spPr>
          <a:xfrm>
            <a:off x="18288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Dhaal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shield anyone can reach —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F4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language they think in.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41248" y="3977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087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41248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pillars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01568" y="3977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4087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01568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61888" y="3977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4087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961888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22208" y="397764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4087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522208" y="46360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5532120"/>
            <a:ext cx="10515600" cy="0"/>
          </a:xfrm>
          <a:prstGeom prst="line">
            <a:avLst/>
          </a:prstGeom>
          <a:noFill/>
          <a:ln w="12700">
            <a:solidFill>
              <a:srgbClr val="2E4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 · Moushumi Akter Mow · Mohammad Arifain Baher Nayem · Ananna Islam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6053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2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github.com/sajid3134/digital-dhaal</a:t>
            </a:r>
            <a:pPr indent="0" marL="0">
              <a:buNone/>
            </a:pPr>
            <a:r>
              <a:rPr lang="en-US" sz="1250" dirty="0">
                <a:solidFill>
                  <a:srgbClr val="8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Contact  </a:t>
            </a:r>
            <a:pPr indent="0" marL="0">
              <a:buNone/>
            </a:pPr>
            <a:r>
              <a:rPr lang="en-US" sz="125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team@digitaldhaal.org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Dhaal</dc:title>
  <dc:subject>PptxGenJS Presentation</dc:subject>
  <dc:creator>Digital Dhaal Team</dc:creator>
  <cp:lastModifiedBy>Digital Dhaal Team</cp:lastModifiedBy>
  <cp:revision>1</cp:revision>
  <dcterms:created xsi:type="dcterms:W3CDTF">2026-08-03T16:43:28Z</dcterms:created>
  <dcterms:modified xsi:type="dcterms:W3CDTF">2026-08-03T16:43:28Z</dcterms:modified>
</cp:coreProperties>
</file>